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Capa: Markfy — três produtos, uma conta só.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rede: Studio, Bookings e Menus compartilham empresa, equipe e plano.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Bookings: link próprio, duração real, pagamento antecipado, equipe.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Studio: modelos por segmento, publicação em um clique.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Menus: editor visual com 16 modelos e prévia ao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Menus: operação do salão à cozinha em tempo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Planos: Básico, Comum, Pro (pacote) e Premium (tudo).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Diferenciais da plataforma.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Encerramento e chamada.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